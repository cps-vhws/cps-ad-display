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6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914400"/>
            <a:ext cx="2468880" cy="1600200"/>
          </a:xfrm>
          <a:prstGeom prst="rect">
            <a:avLst>
              <a:gd name="adj" fmla="val 6857"/>
            </a:avLst>
          </a:prstGeom>
          <a:solidFill>
            <a:srgbClr val="FFFFFF">
              <a:alpha val="8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514600"/>
            <a:ext cx="411480" cy="34747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2862072"/>
            <a:ext cx="182880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0" y="109728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màn hình quảng cáo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 nhân sự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4360" y="2322576"/>
            <a:ext cx="43891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231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này hướng dẫn nhân sự cách cài app quảng cáo lên máy.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biết công nghệ — chỉ cần làm theo từng bước.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246120"/>
            <a:ext cx="1188720" cy="38404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246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🪟 Windows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92808" y="3246120"/>
            <a:ext cx="1188720" cy="38404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892808" y="3246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Android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91256" y="3246120"/>
            <a:ext cx="1188720" cy="38404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191256" y="3246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iPad/iPhone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9704" y="3246120"/>
            <a:ext cx="1188720" cy="38404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489704" y="3246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MacBook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736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— Ad Display System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màn hình quảng cáo là gì?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rõ trước khi cài giúp bạn không bị lúng túng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23544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05840"/>
            <a:ext cx="402336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023360" cy="32004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424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là gì?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1426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phải app tải từ App Store / CH Play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1719072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trang web được "đóng gói" thành app. Cài từ trình duyệt, không cần tài khoản Apple/Google.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487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toàn màn hình như TV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2779776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cài và mở, màn hình hiển thị video/ảnh quảng cáo liên tục, tự động chuyển clip.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do Admin cập nhật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384048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chỉ cài một lần. Khi Admin đổi video, máy tự nhận nội dung mới — bạn không cần làm gì.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005840"/>
            <a:ext cx="425196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005840"/>
            <a:ext cx="42519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0424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 khi cài, bạn cần có: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142646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66360" y="14264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máy — do Admin gửi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66360" y="17099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một đường link như: cps-ad-display.pages.dev/?r=hcm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máy có thể có URL khác nhau tuỳ khu vực.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21762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66360" y="21762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Internet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245973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hoặc cáp mạng. Cần để tải lần đầu, sau đó có thể hoạt động offline.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3017520"/>
            <a:ext cx="425196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3017520"/>
            <a:ext cx="4251960" cy="32004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30540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Ngang hay dọc?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3401568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Màn hình nằm ngang (16:9)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không có /vertical/
Ví dụ: cps-ad-display.pages.dev/?r=hcm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Màn hình dựng đứng (9:16)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có /vertical/ ở giữa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cps-ad-display.pages.dev/vertical/?r=hcm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đúng hướng dẫn theo thiết bị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loại máy có cách cài khác nhau — đừng làm lẫn lộn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23544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05840"/>
            <a:ext cx="4160520" cy="1828800"/>
          </a:xfrm>
          <a:prstGeom prst="rect">
            <a:avLst/>
          </a:prstGeom>
          <a:solidFill>
            <a:srgbClr val="E8EC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329184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42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🪟  Windows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042416"/>
            <a:ext cx="1005840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042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081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duyệt cần dùng: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hoặc Edge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975104"/>
            <a:ext cx="3840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299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tính / laptop chạy Windows 10 trở lên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999232"/>
            <a:ext cx="4160520" cy="1828800"/>
          </a:xfrm>
          <a:prstGeom prst="rect">
            <a:avLst/>
          </a:prstGeom>
          <a:solidFill>
            <a:srgbClr val="DCFCE7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99232"/>
            <a:ext cx="4160520" cy="3291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35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Android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37560" y="3035808"/>
            <a:ext cx="1005840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401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duyệt cần dùng: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639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3840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233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thoại / máy tính bảng Android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1005840"/>
            <a:ext cx="4160520" cy="1828800"/>
          </a:xfrm>
          <a:prstGeom prst="rect">
            <a:avLst/>
          </a:prstGeom>
          <a:solidFill>
            <a:srgbClr val="FFEDD5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005840"/>
            <a:ext cx="4160520" cy="32918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042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 iPad / iPhone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680960" y="1042416"/>
            <a:ext cx="1005840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0" y="1042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14081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duyệt cần dùng: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1645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(bắt buộc!)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00600" y="1975104"/>
            <a:ext cx="3840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0299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thiết bị Apple iOS/iPadOS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2999232"/>
            <a:ext cx="4160520" cy="1828800"/>
          </a:xfrm>
          <a:prstGeom prst="rect">
            <a:avLst/>
          </a:prstGeom>
          <a:solidFill>
            <a:srgbClr val="F0FDF4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999232"/>
            <a:ext cx="4160520" cy="329184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3035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MacBook / iMac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680960" y="3035808"/>
            <a:ext cx="1005840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3401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duyệt cần dùng: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639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 hoặc Safari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800600" y="3968496"/>
            <a:ext cx="3840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40233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tính Apple chạy macOS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4892040"/>
            <a:ext cx="8503920" cy="475488"/>
          </a:xfrm>
          <a:prstGeom prst="rect">
            <a:avLst/>
          </a:prstGeom>
          <a:solidFill>
            <a:srgbClr val="E8ECFF"/>
          </a:solidFill>
          <a:ln w="15240">
            <a:solidFill>
              <a:srgbClr val="4F6E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9768" y="4928616"/>
            <a:ext cx="8284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biết máy đang dùng hệ điều hành gì? Hỏi bộ phận IT hoặc nhìn vào màn hình đăng nhập của máy.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lên Windows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Chrome hoặc Edge — cả hai đều được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23544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78992"/>
            <a:ext cx="329184" cy="329184"/>
          </a:xfrm>
          <a:prstGeom prst="oval">
            <a:avLst/>
          </a:prstGeom>
          <a:solidFill>
            <a:srgbClr val="4F6EF7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78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0424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Chrome hoặc Edge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0" y="1005840"/>
            <a:ext cx="2880360" cy="877824"/>
          </a:xfrm>
          <a:prstGeom prst="rect">
            <a:avLst/>
          </a:prstGeom>
          <a:solidFill>
            <a:srgbClr val="F4F6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53328" y="10607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sao?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53328" y="12618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phải dùng Chrome/Edge? Vì chỉ hai trình duyệt này hỗ trợ cài web app trên Windows. Không dùng Internet Explorer hay Firefox.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18288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039112"/>
            <a:ext cx="329184" cy="329184"/>
          </a:xfrm>
          <a:prstGeom prst="oval">
            <a:avLst/>
          </a:prstGeom>
          <a:solidFill>
            <a:srgbClr val="4F6EF7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039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00253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Dán URL vào thanh địa chỉ → nhấn Enter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2313432"/>
            <a:ext cx="1737360" cy="201168"/>
          </a:xfrm>
          <a:prstGeom prst="rect">
            <a:avLst/>
          </a:prstGeom>
          <a:solidFill>
            <a:srgbClr val="E8EC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3134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Ví dụ: cps-ad-display.pages.dev/?r=hcm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0" y="1965960"/>
            <a:ext cx="2880360" cy="877824"/>
          </a:xfrm>
          <a:prstGeom prst="rect">
            <a:avLst/>
          </a:prstGeom>
          <a:solidFill>
            <a:srgbClr val="F4F6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3328" y="20208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sao?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53328" y="22219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do Admin cung cấp. Thanh địa chỉ nằm trên cùng của trình duyệt.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18288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2999232"/>
            <a:ext cx="329184" cy="329184"/>
          </a:xfrm>
          <a:prstGeom prst="oval">
            <a:avLst/>
          </a:prstGeom>
          <a:solidFill>
            <a:srgbClr val="4F6EF7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296265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Nhấn icon ⊕ ở cuối thanh địa chỉ → "Cài đặt"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943600" y="2926080"/>
            <a:ext cx="2880360" cy="877824"/>
          </a:xfrm>
          <a:prstGeom prst="rect">
            <a:avLst/>
          </a:prstGeom>
          <a:solidFill>
            <a:srgbClr val="F4F6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29809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sao?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53328" y="31821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⊕ (hoặc màn hình có dấu +) xuất hiện sau khi trang tải xong. Nếu không thấy: nhấn Menu (⋮) → Ứng dụng → "Cài trang này dưới dạng ứng dụng".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18288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3959352"/>
            <a:ext cx="329184" cy="329184"/>
          </a:xfrm>
          <a:prstGeom prst="oval">
            <a:avLst/>
          </a:prstGeom>
          <a:solidFill>
            <a:srgbClr val="4F6EF7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392277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app từ Desktop hoặc Start Menu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77240" y="4233672"/>
            <a:ext cx="1737360" cy="201168"/>
          </a:xfrm>
          <a:prstGeom prst="rect">
            <a:avLst/>
          </a:prstGeom>
          <a:solidFill>
            <a:srgbClr val="E8ECFF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2336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Lần đầu mở: nhấn vào giữa màn hình để vào toàn màn hình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0" y="3886200"/>
            <a:ext cx="2880360" cy="877824"/>
          </a:xfrm>
          <a:prstGeom prst="rect">
            <a:avLst/>
          </a:prstGeom>
          <a:solidFill>
            <a:srgbClr val="F4F6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39410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sao?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053328" y="41422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giờ mở app này thay vì mở trình duyệt. App chạy không có thanh địa chỉ — giống như phần mềm thật, toàn màn hình hơn.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846320"/>
            <a:ext cx="8503920" cy="475488"/>
          </a:xfrm>
          <a:prstGeom prst="rect">
            <a:avLst/>
          </a:prstGeom>
          <a:solidFill>
            <a:srgbClr val="E8ECFF"/>
          </a:solidFill>
          <a:ln w="15240">
            <a:solidFill>
              <a:srgbClr val="4F6E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" y="4882896"/>
            <a:ext cx="8284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Muốn máy tự bật app khi khởi động Windows: nhấn Win+R → gõ shell:startup → Enter → kéo shortcut app vào thư mục đó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lên Android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Chrome — không dùng trình duyệt khác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23544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78992"/>
            <a:ext cx="329184" cy="329184"/>
          </a:xfrm>
          <a:prstGeom prst="oval">
            <a:avLst/>
          </a:prstGeom>
          <a:solidFill>
            <a:srgbClr val="4F6EF7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78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06070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Chrome trên điện thoại / máy tính bảng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0" y="1005840"/>
            <a:ext cx="2880360" cy="877824"/>
          </a:xfrm>
          <a:prstGeom prst="rect">
            <a:avLst/>
          </a:prstGeom>
          <a:solidFill>
            <a:srgbClr val="F4F6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53328" y="10607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sao?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53328" y="12618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là trình duyệt duy nhất trên Android hỗ trợ tính năng "thêm vào màn hình chính" dạng app đầy đủ. Samsung Internet cũng được nhưng menu hơi khác.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039112"/>
            <a:ext cx="329184" cy="329184"/>
          </a:xfrm>
          <a:prstGeom prst="oval">
            <a:avLst/>
          </a:prstGeom>
          <a:solidFill>
            <a:srgbClr val="4F6EF7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039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02082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Dán URL vào thanh địa chỉ → nhấn Enter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0" y="1965960"/>
            <a:ext cx="2880360" cy="877824"/>
          </a:xfrm>
          <a:prstGeom prst="rect">
            <a:avLst/>
          </a:prstGeom>
          <a:solidFill>
            <a:srgbClr val="F4F6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20208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sao?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053328" y="22219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do Admin cung cấp. Chờ trang tải xong trước khi làm bước tiếp theo.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99232"/>
            <a:ext cx="329184" cy="329184"/>
          </a:xfrm>
          <a:prstGeom prst="oval">
            <a:avLst/>
          </a:prstGeom>
          <a:solidFill>
            <a:srgbClr val="4F6EF7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298094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Nhấn menu ⋮ (góc trên phải) → "Thêm vào màn hình chính"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0" y="2926080"/>
            <a:ext cx="2880360" cy="877824"/>
          </a:xfrm>
          <a:prstGeom prst="rect">
            <a:avLst/>
          </a:prstGeom>
          <a:solidFill>
            <a:srgbClr val="F4F6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29809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sao?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53328" y="31821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nút này có thể khác nhau tuỳ Android: "Add to Home screen", "Cài ứng dụng", "Install app". Tìm theo ý nghĩa tương tự. Nhấn "Thêm" để xác nhận.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959352"/>
            <a:ext cx="329184" cy="329184"/>
          </a:xfrm>
          <a:prstGeom prst="oval">
            <a:avLst/>
          </a:prstGeom>
          <a:solidFill>
            <a:srgbClr val="4F6EF7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394106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app vừa xuất hiện trên màn hình chính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943600" y="3886200"/>
            <a:ext cx="2880360" cy="877824"/>
          </a:xfrm>
          <a:prstGeom prst="rect">
            <a:avLst/>
          </a:prstGeom>
          <a:solidFill>
            <a:srgbClr val="F4F6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39410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sao?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053328" y="41422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tự vào toàn màn hình khi mở. Nếu chưa fullscreen, nhấn vào giữa màn hình.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846320"/>
            <a:ext cx="8503920" cy="475488"/>
          </a:xfrm>
          <a:prstGeom prst="rect">
            <a:avLst/>
          </a:prstGeom>
          <a:solidFill>
            <a:srgbClr val="E8ECFF"/>
          </a:solidFill>
          <a:ln w="15240">
            <a:solidFill>
              <a:srgbClr val="4F6E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4882896"/>
            <a:ext cx="8284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Khoá kiosk (ngăn khách thoát): Cài đặt → Trợ năng → Ghim màn hình → Bật → Mở app → Giữ nút Recent → chọn ghim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lên iPad / iPhone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87552"/>
            <a:ext cx="8503920" cy="658368"/>
          </a:xfrm>
          <a:prstGeom prst="rect">
            <a:avLst/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8275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BẮT BUỘC dùng Safari
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sao? Apple chỉ cho phép Safari cài web app lên màn hình chính. Chrome và Firefox trên iOS bị hạn chế — không cài được app đầy đủ, không có toàn màn hình.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329184" cy="329184"/>
          </a:xfrm>
          <a:prstGeom prst="oval">
            <a:avLst/>
          </a:prstGeom>
          <a:solidFill>
            <a:srgbClr val="4F6EF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77393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Safari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737360"/>
            <a:ext cx="2880360" cy="694944"/>
          </a:xfrm>
          <a:prstGeom prst="rect">
            <a:avLst/>
          </a:prstGeom>
          <a:solidFill>
            <a:srgbClr val="F4F6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53328" y="17739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sao?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053328" y="195681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là trình duyệt có icon hình la bàn xanh trắng, cài sẵn trên mọi iPhone/iPad. Nếu xóa rồi, vào App Store tìm "Safari" để cài lại.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551176"/>
            <a:ext cx="329184" cy="329184"/>
          </a:xfrm>
          <a:prstGeom prst="oval">
            <a:avLst/>
          </a:prstGeom>
          <a:solidFill>
            <a:srgbClr val="4F6EF7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5420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Dán URL vào thanh địa chỉ → nhấn Enter/Go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2505456"/>
            <a:ext cx="2880360" cy="694944"/>
          </a:xfrm>
          <a:prstGeom prst="rect">
            <a:avLst/>
          </a:prstGeom>
          <a:solidFill>
            <a:srgbClr val="F4F6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53328" y="25420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sao?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053328" y="272491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do Admin cung cấp. Thanh địa chỉ trên cùng màn hình.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319272"/>
            <a:ext cx="329184" cy="329184"/>
          </a:xfrm>
          <a:prstGeom prst="oval">
            <a:avLst/>
          </a:prstGeom>
          <a:solidFill>
            <a:srgbClr val="4F6EF7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31012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Nhấn nút Share (□↑) → "Thêm vào màn hình chính" → Thêm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3273552"/>
            <a:ext cx="2880360" cy="694944"/>
          </a:xfrm>
          <a:prstGeom prst="rect">
            <a:avLst/>
          </a:prstGeom>
          <a:solidFill>
            <a:srgbClr val="F4F6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33101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sao?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053328" y="34930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Share: ở giữa thanh dưới (iPhone), góc trên bên phải (iPad). Sau khi nhấn "Thêm", icon app xuất hiện trên màn hình chính.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4087368"/>
            <a:ext cx="329184" cy="329184"/>
          </a:xfrm>
          <a:prstGeom prst="oval">
            <a:avLst/>
          </a:prstGeom>
          <a:solidFill>
            <a:srgbClr val="4F6EF7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078224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app từ màn hình chính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43600" y="4041648"/>
            <a:ext cx="2880360" cy="694944"/>
          </a:xfrm>
          <a:prstGeom prst="rect">
            <a:avLst/>
          </a:prstGeom>
          <a:solidFill>
            <a:srgbClr val="F4F6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407822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sao?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53328" y="426110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chạy không có thanh Safari — toàn màn hình hơn. Nếu chưa fullscreen, nhấn vào giữa màn hình.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828032"/>
            <a:ext cx="8503920" cy="475488"/>
          </a:xfrm>
          <a:prstGeom prst="rect">
            <a:avLst/>
          </a:prstGeom>
          <a:solidFill>
            <a:srgbClr val="E8ECFF"/>
          </a:solidFill>
          <a:ln w="15240">
            <a:solidFill>
              <a:srgbClr val="4F6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4864608"/>
            <a:ext cx="8284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Khoá kiosk (Guided Access): Cài đặt → Trợ năng → Guided Access → Bật → Mở app → nhấn 3 lần nút bên cạnh (hoặc Home) → Start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lên MacBook / iMac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Chrome, Edge, hoặc Safari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23544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05840"/>
            <a:ext cx="411480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114800" cy="32004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424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1 — Chrome hoặc Edge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được trên mọi phiên bản macOS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329184" cy="329184"/>
          </a:xfrm>
          <a:prstGeom prst="oval">
            <a:avLst/>
          </a:prstGeom>
          <a:solidFill>
            <a:srgbClr val="4F6EF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73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7190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URL máy trong Chrome hoặc Edge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Dán link Admin gửi vào thanh địa chỉ, nhấn Enter.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329184" cy="329184"/>
          </a:xfrm>
          <a:prstGeom prst="oval">
            <a:avLst/>
          </a:prstGeom>
          <a:solidFill>
            <a:srgbClr val="4F6EF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6791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Nhấn icon ⊕ ở cuối thanh địa chỉ → "Cài đặt"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1546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cài như phần mềm thật — không có thanh trình duyệt, sạch hơn.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694176"/>
            <a:ext cx="329184" cy="329184"/>
          </a:xfrm>
          <a:prstGeom prst="oval">
            <a:avLst/>
          </a:prstGeom>
          <a:solidFill>
            <a:srgbClr val="4F6EF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639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khởi động cùng máy: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Settings → General → Login Items → thêm app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1148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lần bật máy app tự mở, không cần nhớ bật tay.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416052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05840"/>
            <a:ext cx="416052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0424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2 — Safari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1408176"/>
            <a:ext cx="388620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4356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Chỉ dùng được trên macOS Sonoma (2023) trở lên.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cũ hơn thì dùng Chrome/Edge (Cách 1).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28032" y="2029968"/>
            <a:ext cx="329184" cy="329184"/>
          </a:xfrm>
          <a:prstGeom prst="oval">
            <a:avLst/>
          </a:prstGeom>
          <a:solidFill>
            <a:srgbClr val="4F6EF7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2029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85232" y="19933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URL máy trong Safari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85232" y="232257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Dán link Admin gửi vào thanh địa chỉ.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28032" y="2944368"/>
            <a:ext cx="329184" cy="329184"/>
          </a:xfrm>
          <a:prstGeom prst="oval">
            <a:avLst/>
          </a:prstGeom>
          <a:solidFill>
            <a:srgbClr val="4F6EF7"/>
          </a:solidFill>
          <a:ln/>
        </p:spPr>
      </p:sp>
      <p:sp>
        <p:nvSpPr>
          <p:cNvPr id="31" name="Text 29"/>
          <p:cNvSpPr/>
          <p:nvPr/>
        </p:nvSpPr>
        <p:spPr>
          <a:xfrm>
            <a:off x="4828032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85232" y="29077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thanh menu: File → Add to Dock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85232" y="323697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hiện icon trong Dock. Mở từ đây để chạy standalone.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28032" y="3858768"/>
            <a:ext cx="329184" cy="329184"/>
          </a:xfrm>
          <a:prstGeom prst="oval">
            <a:avLst/>
          </a:prstGeom>
          <a:solidFill>
            <a:srgbClr val="4F6EF7"/>
          </a:solidFill>
          <a:ln/>
        </p:spPr>
      </p:sp>
      <p:sp>
        <p:nvSpPr>
          <p:cNvPr id="35" name="Text 33"/>
          <p:cNvSpPr/>
          <p:nvPr/>
        </p:nvSpPr>
        <p:spPr>
          <a:xfrm>
            <a:off x="4828032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85232" y="38221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app từ Dock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85232" y="415137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không có thanh Safari — toàn màn hình hơn.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4828032"/>
            <a:ext cx="8503920" cy="475488"/>
          </a:xfrm>
          <a:prstGeom prst="rect">
            <a:avLst/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" y="4864608"/>
            <a:ext cx="8284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 </a:t>
            </a:r>
            <a:pPr indent="0" marL="0">
              <a:buNone/>
            </a:pPr>
            <a:r>
              <a:rPr lang="en-US" sz="10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nằm ngang → URL bình thường  |  Màn hình dựng đứng → URL có /vertical/ ở giữa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cài — Kiểm tra &amp; Xử lý sự cố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87552"/>
            <a:ext cx="4069080" cy="21762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87552"/>
            <a:ext cx="4069080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149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Kiểm tra sau khi cài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201168" cy="201168"/>
          </a:xfrm>
          <a:prstGeom prst="oval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44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389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app từ Desktop / màn hình chính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66420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(không mở từ trong trình duyệt)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201168" cy="201168"/>
          </a:xfrm>
          <a:prstGeom prst="oval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93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19385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hoặc hình ảnh đang chạy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221284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thấy màn hình đen → xem mục xử lý sự cố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201168" cy="201168"/>
          </a:xfrm>
          <a:prstGeom prst="oval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42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" y="2487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tự vào toàn màn hình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276148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chưa → nhấn vào giữa màn hình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987552"/>
            <a:ext cx="4206240" cy="21762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987552"/>
            <a:ext cx="4206240" cy="31089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0149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Sự cố thường gặp &amp; cách xử lý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1408176"/>
            <a:ext cx="1417320" cy="475488"/>
          </a:xfrm>
          <a:prstGeom prst="rect">
            <a:avLst/>
          </a:prstGeom>
          <a:solidFill>
            <a:srgbClr val="FFEDD5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426464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đen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142646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Tắt app → mở lại. Vẫn đen: mở trình duyệt → vào lại URL → cài lại app.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975104"/>
            <a:ext cx="1417320" cy="475488"/>
          </a:xfrm>
          <a:prstGeom prst="rect">
            <a:avLst/>
          </a:prstGeom>
          <a:solidFill>
            <a:srgbClr val="FFEDD5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993392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bị dừng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99339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Nhấn màn hình → thoát fullscreen → nhấn F5 (hoặc kéo refresh) → nhấn vào màn hình vào lại fullscreen.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2542032"/>
            <a:ext cx="1417320" cy="475488"/>
          </a:xfrm>
          <a:prstGeom prst="rect">
            <a:avLst/>
          </a:prstGeom>
          <a:solidFill>
            <a:srgbClr val="FFEDD5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56032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cài được app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25603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đúng trình duyệt chưa (Chrome/Edge/Safari). iOS phải dùng Safari.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264408"/>
            <a:ext cx="8503920" cy="1755648"/>
          </a:xfrm>
          <a:prstGeom prst="rect">
            <a:avLst/>
          </a:prstGeom>
          <a:solidFill>
            <a:srgbClr val="E8ECFF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3284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vận hành hàng ngày — bạn gần như không cần làm gì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369417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4672" y="371246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cập nhật nội dung mới trong dashboard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07822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04672" y="409651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tự nhận bản mới trong ~5 phút — bạn không cần làm gì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4622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04672" y="44805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Admin yêu cầu cập nhật ngay: nhấn màn hình → thoát fullscreen → F5 → nhấn vào lại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hỗ trợ → liên hệ Admin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CPS Ad Display — Hướng dẫn nhân sự</dc:title>
  <dc:subject>PptxGenJS Presentation</dc:subject>
  <dc:creator>PptxGenJS</dc:creator>
  <cp:lastModifiedBy>PptxGenJS</cp:lastModifiedBy>
  <cp:revision>1</cp:revision>
  <dcterms:created xsi:type="dcterms:W3CDTF">2026-04-30T11:22:01Z</dcterms:created>
  <dcterms:modified xsi:type="dcterms:W3CDTF">2026-04-30T11:22:01Z</dcterms:modified>
</cp:coreProperties>
</file>