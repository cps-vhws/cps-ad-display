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457200"/>
            <a:ext cx="4572000" cy="4572000"/>
          </a:xfrm>
          <a:prstGeom prst="ellipse">
            <a:avLst/>
          </a:prstGeom>
          <a:solidFill>
            <a:srgbClr val="4F6EF7">
              <a:alpha val="8000"/>
            </a:srgbClr>
          </a:solidFill>
          <a:ln w="12700">
            <a:solidFill>
              <a:srgbClr val="4F6EF7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182880"/>
            <a:ext cx="3200400" cy="3200400"/>
          </a:xfrm>
          <a:prstGeom prst="ellipse">
            <a:avLst/>
          </a:prstGeom>
          <a:solidFill>
            <a:srgbClr val="4F6EF7">
              <a:alpha val="12000"/>
            </a:srgbClr>
          </a:solidFill>
          <a:ln w="12700">
            <a:solidFill>
              <a:srgbClr val="4F6EF7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822960"/>
            <a:ext cx="2286000" cy="1463040"/>
          </a:xfrm>
          <a:prstGeom prst="rect">
            <a:avLst/>
          </a:prstGeom>
          <a:solidFill>
            <a:srgbClr val="22263A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60920" y="2286000"/>
            <a:ext cx="365760" cy="32004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0" y="2606040"/>
            <a:ext cx="1371600" cy="91440"/>
          </a:xfrm>
          <a:prstGeom prst="rect">
            <a:avLst/>
          </a:prstGeom>
          <a:solidFill>
            <a:srgbClr val="2E334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8229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4F6EF7"/>
                </a:solidFill>
              </a:rPr>
              <a:t>▶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11480" y="100584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CPS Ad Display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Hướng dẫn cài đặt &amp; vận hành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11480" y="2880360"/>
            <a:ext cx="320040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3108960"/>
            <a:ext cx="3291840" cy="347472"/>
          </a:xfrm>
          <a:prstGeom prst="rect">
            <a:avLst/>
          </a:prstGeom>
          <a:solidFill>
            <a:srgbClr val="22263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10896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3749040"/>
            <a:ext cx="1325880" cy="274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874520" y="3749040"/>
            <a:ext cx="1325880" cy="274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Kiosk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749040"/>
            <a:ext cx="1325880" cy="274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74904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663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3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 ·  2026  ·  CPS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Hệ thống hoạt động như thế nào?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737360" cy="1234440"/>
          </a:xfrm>
          <a:prstGeom prst="rect">
            <a:avLst/>
          </a:prstGeom>
          <a:solidFill>
            <a:srgbClr val="22263A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173736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241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914400"/>
            <a:ext cx="1737360" cy="1234440"/>
          </a:xfrm>
          <a:prstGeom prst="rect">
            <a:avLst/>
          </a:prstGeom>
          <a:solidFill>
            <a:srgbClr val="22263A"/>
          </a:solidFill>
          <a:ln w="25400">
            <a:solidFill>
              <a:srgbClr val="4299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286000" y="914400"/>
            <a:ext cx="1737360" cy="7315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0241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28600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config.js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914400"/>
            <a:ext cx="1737360" cy="1234440"/>
          </a:xfrm>
          <a:prstGeom prst="rect">
            <a:avLst/>
          </a:prstGeom>
          <a:solidFill>
            <a:srgbClr val="22263A"/>
          </a:solidFill>
          <a:ln w="25400">
            <a:solidFill>
              <a:srgbClr val="3EB48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97680" y="914400"/>
            <a:ext cx="1737360" cy="73152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10241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B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~30 giây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0" y="914400"/>
            <a:ext cx="1737360" cy="1234440"/>
          </a:xfrm>
          <a:prstGeom prst="rect">
            <a:avLst/>
          </a:prstGeom>
          <a:solidFill>
            <a:srgbClr val="22263A"/>
          </a:solidFill>
          <a:ln w="25400">
            <a:solidFill>
              <a:srgbClr val="B0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914400"/>
            <a:ext cx="1737360" cy="73152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102412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Máy hiển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1709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Auto-reload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11680" y="1527048"/>
            <a:ext cx="274320" cy="0"/>
          </a:xfrm>
          <a:prstGeom prst="line">
            <a:avLst/>
          </a:prstGeom>
          <a:noFill/>
          <a:ln w="25400">
            <a:solidFill>
              <a:srgbClr val="8B91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1A8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023360" y="1527048"/>
            <a:ext cx="274320" cy="0"/>
          </a:xfrm>
          <a:prstGeom prst="line">
            <a:avLst/>
          </a:prstGeom>
          <a:noFill/>
          <a:ln w="25400">
            <a:solidFill>
              <a:srgbClr val="8B91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5196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1A8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35040" y="1527048"/>
            <a:ext cx="274320" cy="0"/>
          </a:xfrm>
          <a:prstGeom prst="line">
            <a:avLst/>
          </a:prstGeom>
          <a:noFill/>
          <a:ln w="25400">
            <a:solidFill>
              <a:srgbClr val="8B9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426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1A8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82880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API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84048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Deploy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852160" y="12344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~5 min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74320" y="2651760"/>
            <a:ext cx="274320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🖥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686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server riêng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4048" y="3154680"/>
            <a:ext cx="2514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Pages — miễn phí, không giới hạn băng thông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46120" y="2651760"/>
            <a:ext cx="274320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41071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38404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tự động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55848" y="3154680"/>
            <a:ext cx="2514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Máy nhận playlist mới trong ~5 phút sau khi admin lưu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2651760"/>
            <a:ext cx="2743200" cy="1417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8251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📶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12280" y="2743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offline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327648" y="3154680"/>
            <a:ext cx="2514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local — mất mạng tạm thời vẫn tiếp tục chạy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Tất cả máy tự đồng bộ theo giờ hệ thống — không cần kết nối với nhau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— Cài đặt lần đầu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1: TẠO GITHUB TOKEN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393192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61872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61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243584"/>
            <a:ext cx="32461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github.com/settings/tokens → Fine-grained tokens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60020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6002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581912"/>
            <a:ext cx="32461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Generate new token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1938528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9385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248" y="1920240"/>
            <a:ext cx="32461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access: CPS-VHWS/cps-ad-display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1480" y="2276856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2258568"/>
            <a:ext cx="32461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→ Contents: Read and write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261518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1248" y="2596896"/>
            <a:ext cx="324612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Nhấn Generate → Copy token ngay (chỉ hiện 1 lần!)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663440" y="914400"/>
            <a:ext cx="109728" cy="201168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BƯỚC 2: ĐĂNG NHẬP ADMIN DASHBOARD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170432"/>
            <a:ext cx="4160520" cy="1828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261872"/>
            <a:ext cx="3886200" cy="2560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0" y="1261872"/>
            <a:ext cx="3794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🔒 cps-ad-display.pages.dev/admin.html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77840" y="1600200"/>
            <a:ext cx="137160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6002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0 5 2 6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54880" y="16002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Nhập PIN: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00600" y="1965960"/>
            <a:ext cx="3886200" cy="25603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965960"/>
            <a:ext cx="3794760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Personal Access Token  ghp_••••••••••••••••••••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00600" y="2304288"/>
            <a:ext cx="2011680" cy="25603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0600" y="23042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Tải playlist từ GitHub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3108960"/>
            <a:ext cx="8595360" cy="621792"/>
          </a:xfrm>
          <a:prstGeom prst="rect">
            <a:avLst/>
          </a:prstGeom>
          <a:solidFill>
            <a:srgbClr val="1A2210"/>
          </a:solidFill>
          <a:ln w="12700">
            <a:solidFill>
              <a:srgbClr val="3EB48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1148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77240" y="3163824"/>
            <a:ext cx="78638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lưu tự động trong trình duyệt — không cần nhập lại lần sau  ·  Không bao giờ chia sẻ token qua chat hay email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840480"/>
            <a:ext cx="859536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38862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URL: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55448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https://cps-ad-display.pages.dev/admin.html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7512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C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PIN: 0526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— Quản lý Playlist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0" cy="329184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2011680" cy="320040"/>
          </a:xfrm>
          <a:prstGeom prst="rect">
            <a:avLst/>
          </a:prstGeom>
          <a:solidFill>
            <a:srgbClr val="22263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14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F6EF7"/>
                </a:solidFill>
              </a:rPr>
              <a:t>▬ Ngang (3)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0" y="914400"/>
            <a:ext cx="1828800" cy="32004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914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▮ Dọc (2)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325880"/>
            <a:ext cx="4937760" cy="594360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325880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347"/>
                </a:solidFill>
              </a:rPr>
              <a:t>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1389888"/>
            <a:ext cx="100584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13898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YT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37360" y="1371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</a:rPr>
              <a:t>Quảng cáo thương hiệu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16459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3:32  ·  HCM HN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434840" y="1463040"/>
            <a:ext cx="347472" cy="228600"/>
          </a:xfrm>
          <a:prstGeom prst="rect">
            <a:avLst/>
          </a:prstGeom>
          <a:solidFill>
            <a:srgbClr val="22263A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1463040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252"/>
                </a:solidFill>
              </a:rPr>
              <a:t>✕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1984248"/>
            <a:ext cx="4937760" cy="594360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1984248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347"/>
                </a:solidFill>
              </a:rPr>
              <a:t>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2048256"/>
            <a:ext cx="100584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048256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YT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737360" y="20299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</a:rPr>
              <a:t>Video chương trình Edu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37360" y="230428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2:00  ·  HCM · edu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34840" y="2121408"/>
            <a:ext cx="347472" cy="228600"/>
          </a:xfrm>
          <a:prstGeom prst="rect">
            <a:avLst/>
          </a:prstGeom>
          <a:solidFill>
            <a:srgbClr val="22263A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121408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252"/>
                </a:solidFill>
              </a:rPr>
              <a:t>✕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2642616"/>
            <a:ext cx="4937760" cy="594360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2642616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3347"/>
                </a:solidFill>
              </a:rPr>
              <a:t>⠿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40080" y="2706624"/>
            <a:ext cx="1005840" cy="4572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06624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IMG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737360" y="268833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</a:rPr>
              <a:t>Banner sale tháng 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737360" y="296265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0:08  ·  All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2779776"/>
            <a:ext cx="347472" cy="228600"/>
          </a:xfrm>
          <a:prstGeom prst="rect">
            <a:avLst/>
          </a:prstGeom>
          <a:solidFill>
            <a:srgbClr val="22263A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34840" y="2779776"/>
            <a:ext cx="347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05252"/>
                </a:solidFill>
              </a:rPr>
              <a:t>✕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3383280"/>
            <a:ext cx="4937760" cy="29260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3832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+ Thêm mục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3794760"/>
            <a:ext cx="4937760" cy="29260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94760"/>
            <a:ext cx="320040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70"/>
                </a:solidFill>
              </a:rPr>
              <a:t>3 mục · 5:40 — có thay đổi chưa lưu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840480" y="3822192"/>
            <a:ext cx="1188720" cy="22860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40480" y="38221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↑ Lưu &amp; Deploy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5321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967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LOẠI VIDEO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532120" y="1234440"/>
            <a:ext cx="333756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532120" y="1234440"/>
            <a:ext cx="54864" cy="868680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715000" y="1463040"/>
            <a:ext cx="347472" cy="347472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0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▶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144768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YouTube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44768" y="16184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Dán link hoặc Video 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Unlisted: nhập duration thủ công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32120" y="2240280"/>
            <a:ext cx="333756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532120" y="2240280"/>
            <a:ext cx="54864" cy="86868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15000" y="2468880"/>
            <a:ext cx="347472" cy="34747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2468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☁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6144768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Google Drive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144768" y="26243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Dán File ID từ link /file/d/[ID]/view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BẮT BUỘC nhập duration (giây)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32120" y="3246120"/>
            <a:ext cx="3337560" cy="8686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532120" y="3246120"/>
            <a:ext cx="54864" cy="868680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715000" y="3474720"/>
            <a:ext cx="347472" cy="347472"/>
          </a:xfrm>
          <a:prstGeom prst="ellipse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715000" y="3474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🖼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144768" y="33375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Hình ảnh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144768" y="3630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File ID Drive hoặc URL trực tiếp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Để trống duration = 5 giây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532120" y="4343400"/>
            <a:ext cx="3337560" cy="502920"/>
          </a:xfrm>
          <a:prstGeom prst="rect">
            <a:avLst/>
          </a:prstGeom>
          <a:solidFill>
            <a:srgbClr val="2A1515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5623560" y="4370832"/>
            <a:ext cx="315468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Lỗi 101 / 150 trên YouTube = video bị tắt embed → dùng Google Drive thay thế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— Chương trình &amp; Khu vực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VIDEO ĐƯỢC GẮN TAG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023360" cy="13716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2618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Khu vực: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298448"/>
            <a:ext cx="64008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63040" y="129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HCM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76272" y="1298448"/>
            <a:ext cx="54864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76272" y="12984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HN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98064" y="1298448"/>
            <a:ext cx="640080" cy="201168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98064" y="12984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Tất cả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15727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Chương trình: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691640" y="1609344"/>
            <a:ext cx="685800" cy="201168"/>
          </a:xfrm>
          <a:prstGeom prst="rect">
            <a:avLst/>
          </a:prstGeom>
          <a:solidFill>
            <a:srgbClr val="22263A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91640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edu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68880" y="1609344"/>
            <a:ext cx="685800" cy="201168"/>
          </a:xfrm>
          <a:prstGeom prst="rect">
            <a:avLst/>
          </a:prstGeom>
          <a:solidFill>
            <a:srgbClr val="22263A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6EF7"/>
                </a:solidFill>
              </a:rPr>
              <a:t>b2b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46120" y="1609344"/>
            <a:ext cx="685800" cy="201168"/>
          </a:xfrm>
          <a:prstGeom prst="rect">
            <a:avLst/>
          </a:prstGeom>
          <a:solidFill>
            <a:srgbClr val="22263A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6093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sale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7200" y="188366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skipEnd: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389888" y="1920240"/>
            <a:ext cx="1188720" cy="164592"/>
          </a:xfrm>
          <a:prstGeom prst="rect">
            <a:avLst/>
          </a:prstGeom>
          <a:solidFill>
            <a:srgbClr val="2A1A3A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89888" y="192024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6EF7"/>
                </a:solidFill>
              </a:rPr>
              <a:t>✂ Skip end screen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2606040"/>
            <a:ext cx="109728" cy="201168"/>
          </a:xfrm>
          <a:prstGeom prst="rect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606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FILTER (Khu vực)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2834640"/>
            <a:ext cx="4023360" cy="141732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" y="28712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1A8"/>
                </a:solidFill>
              </a:rPr>
              <a:t>regions (trong config)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307592" y="28712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1A8"/>
                </a:solidFill>
              </a:rPr>
              <a:t>Máy ?r=hcm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295144" y="28712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1A8"/>
                </a:solidFill>
              </a:rPr>
              <a:t>Máy ?r=hn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82696" y="287121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91A8"/>
                </a:solidFill>
              </a:rPr>
              <a:t>Máy (không có)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20040" y="31272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Bỏ trống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307592" y="31272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295144" y="31272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82696" y="3127248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20040" y="3383280"/>
            <a:ext cx="393192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3383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['hcm']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307592" y="3383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95144" y="3383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❌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82696" y="3383280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3639312"/>
            <a:ext cx="393192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6393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['hn']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307592" y="36393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❌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295144" y="36393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282696" y="3639312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EB489"/>
                </a:solidFill>
              </a:rPr>
              <a:t>✅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3895344"/>
            <a:ext cx="393192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38953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[] rỗng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307592" y="38953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❌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295144" y="38953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❌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82696" y="3895344"/>
            <a:ext cx="960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5252"/>
                </a:solidFill>
              </a:rPr>
              <a:t>❌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0040" y="4151376"/>
            <a:ext cx="3931920" cy="0"/>
          </a:xfrm>
          <a:prstGeom prst="line">
            <a:avLst/>
          </a:prstGeom>
          <a:noFill/>
          <a:ln w="6350">
            <a:solidFill>
              <a:srgbClr val="2E33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572000" y="914400"/>
            <a:ext cx="109728" cy="201168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3659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3EB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URL CHO TỪNG MÁY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572000" y="1170432"/>
            <a:ext cx="4297680" cy="22402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709160" y="12344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🔍 Xem trước thiết bị: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709160" y="1490472"/>
            <a:ext cx="1325880" cy="2560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36592" y="1490472"/>
            <a:ext cx="12984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Khu vực: HCM ▾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126480" y="1490472"/>
            <a:ext cx="1325880" cy="25603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53912" y="1490472"/>
            <a:ext cx="1298448" cy="25603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AF0"/>
                </a:solidFill>
              </a:rPr>
              <a:t>Chương trình: edu ▾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709160" y="1801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Hiển thị: 3/5 mục ·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09160" y="211226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Ngang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230368" y="2084832"/>
            <a:ext cx="274320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2084832"/>
            <a:ext cx="21488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cps-ad-display.pages.dev/?r=hcm&amp;c=edu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406640" y="2112264"/>
            <a:ext cx="566928" cy="2286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06640" y="211226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</a:rPr>
              <a:t>Copy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4709160" y="261518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Dọc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5230368" y="2587752"/>
            <a:ext cx="2743200" cy="292608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2587752"/>
            <a:ext cx="214884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cps-ad-display.pages.dev/vertical/?r=hcm&amp;c=edu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7406640" y="2615184"/>
            <a:ext cx="566928" cy="22860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406640" y="2615184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EAF0"/>
                </a:solidFill>
              </a:rPr>
              <a:t>Copy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572000" y="3520440"/>
            <a:ext cx="4297680" cy="502920"/>
          </a:xfrm>
          <a:prstGeom prst="rect">
            <a:avLst/>
          </a:prstGeom>
          <a:solidFill>
            <a:srgbClr val="0F1A0F"/>
          </a:solidFill>
          <a:ln w="12700">
            <a:solidFill>
              <a:srgbClr val="3EB48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4663440" y="3547872"/>
            <a:ext cx="4114800" cy="402336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B489"/>
                </a:solidFill>
              </a:rPr>
              <a:t>💡  Máy không có ?r= và ?c= trong URL → phát tất cả video không phân biệt khu vực hay chương trình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4572000" y="4206240"/>
            <a:ext cx="109728" cy="201168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36592" y="42062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CHƯƠNG TRÌNH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4434840"/>
            <a:ext cx="914400" cy="274320"/>
          </a:xfrm>
          <a:prstGeom prst="rect">
            <a:avLst/>
          </a:prstGeom>
          <a:solidFill>
            <a:srgbClr val="22263A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720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6EF7"/>
                </a:solidFill>
              </a:rPr>
              <a:t>edu ×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596128" y="4434840"/>
            <a:ext cx="914400" cy="274320"/>
          </a:xfrm>
          <a:prstGeom prst="rect">
            <a:avLst/>
          </a:prstGeom>
          <a:solidFill>
            <a:srgbClr val="22263A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596128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6EF7"/>
                </a:solidFill>
              </a:rPr>
              <a:t>b2b ×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6620256" y="4434840"/>
            <a:ext cx="914400" cy="274320"/>
          </a:xfrm>
          <a:prstGeom prst="rect">
            <a:avLst/>
          </a:prstGeom>
          <a:solidFill>
            <a:srgbClr val="22263A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620256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06EF7"/>
                </a:solidFill>
              </a:rPr>
              <a:t>sale ×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7644384" y="4434840"/>
            <a:ext cx="914400" cy="27432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644384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+ Thêm mới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 — Lưu &amp; Deploy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1920240" cy="1920240"/>
          </a:xfrm>
          <a:prstGeom prst="rect">
            <a:avLst/>
          </a:prstGeom>
          <a:solidFill>
            <a:srgbClr val="22263A"/>
          </a:solidFill>
          <a:ln w="25400">
            <a:solidFill>
              <a:srgbClr val="4F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92024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1115568"/>
            <a:ext cx="502920" cy="50292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840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7190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Chỉnh playlist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Thêm/xoá/sắp xếp video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Gắn khu vực &amp; chương trình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9456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1A8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468880" y="960120"/>
            <a:ext cx="1920240" cy="1920240"/>
          </a:xfrm>
          <a:prstGeom prst="rect">
            <a:avLst/>
          </a:prstGeom>
          <a:solidFill>
            <a:srgbClr val="22263A"/>
          </a:solidFill>
          <a:ln w="25400">
            <a:solidFill>
              <a:srgbClr val="4299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960120"/>
            <a:ext cx="1920240" cy="73152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72968" y="1115568"/>
            <a:ext cx="502920" cy="502920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542032" y="17190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Nhấn Lưu &amp; Deploy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203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Admin Dashboard ghi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config.js lên GitHub API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1A8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663440" y="960120"/>
            <a:ext cx="1920240" cy="1920240"/>
          </a:xfrm>
          <a:prstGeom prst="rect">
            <a:avLst/>
          </a:prstGeom>
          <a:solidFill>
            <a:srgbClr val="22263A"/>
          </a:solidFill>
          <a:ln w="25400">
            <a:solidFill>
              <a:srgbClr val="3EB48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960120"/>
            <a:ext cx="1920240" cy="73152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67528" y="1115568"/>
            <a:ext cx="502920" cy="502920"/>
          </a:xfrm>
          <a:prstGeom prst="ellipse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6752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736592" y="17190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Cloudflare deploy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Tự động build &amp; 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Trong ~30 giây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83680" y="1691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B91A8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858000" y="960120"/>
            <a:ext cx="1920240" cy="1920240"/>
          </a:xfrm>
          <a:prstGeom prst="rect">
            <a:avLst/>
          </a:prstGeom>
          <a:solidFill>
            <a:srgbClr val="22263A"/>
          </a:solidFill>
          <a:ln w="25400">
            <a:solidFill>
              <a:srgbClr val="B0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960120"/>
            <a:ext cx="1920240" cy="73152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62088" y="1115568"/>
            <a:ext cx="502920" cy="502920"/>
          </a:xfrm>
          <a:prstGeom prst="ellipse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62088" y="11155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931152" y="1719072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Máy tự cập nhật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31152" y="210312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Phát hiện thay đổi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Reload sau video hiện tại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7432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0 giây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46888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~5 giây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6344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~30 giây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29443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EB489"/>
                </a:solidFill>
              </a:rPr>
              <a:t>~5 phút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291840"/>
            <a:ext cx="8595360" cy="548640"/>
          </a:xfrm>
          <a:prstGeom prst="rect">
            <a:avLst/>
          </a:prstGeom>
          <a:solidFill>
            <a:srgbClr val="0D1A3A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383280"/>
            <a:ext cx="320040" cy="320040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3832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3337560"/>
            <a:ext cx="6400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Cập nhật hoàn toàn tự động — không cần đụng vào máy hiển thị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74320" y="3977640"/>
            <a:ext cx="8595360" cy="5943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57200" y="40416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Cần cập nhật ngay lập tức: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108960" y="4050792"/>
            <a:ext cx="201168" cy="201168"/>
          </a:xfrm>
          <a:prstGeom prst="ellipse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10896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64992" y="4050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Nhấn màn hình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74920" y="4050792"/>
            <a:ext cx="201168" cy="201168"/>
          </a:xfrm>
          <a:prstGeom prst="ellipse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7492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330952" y="4050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Thoát Fullscreen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040880" y="4050792"/>
            <a:ext cx="201168" cy="201168"/>
          </a:xfrm>
          <a:prstGeom prst="ellipse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40880" y="405079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1A8"/>
                </a:solidFill>
              </a:rPr>
              <a:t>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296912" y="4050792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Refresh trang (F5 / Ctrl+R / kéo xuống)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Cài kiosk — Windows (Chrome / Edge)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PWA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Mở Chrome hoặc Microsoft Edge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Bất kỳ phiên bản nào đều hỗ trợ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Vào URL của máy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Ví dụ: cps-ad-display.pages.dev/?r=hcm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25496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Nhấn icon ⊕ cuối thanh địa chỉ → Install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35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Hoặc: Menu ⋮ → Apps → Install this site as an app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19856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57530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Mở app từ Desktop hoặc Start Menu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785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App chạy toàn màn hình, không có thanh trình duyệt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109728" cy="201168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C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KHỞI ĐỘNG CÙNG WINDOWS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62272"/>
            <a:ext cx="4846320" cy="41148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Win+R → gõ shell:startup → Enter → kéo shortcut app vào thư mục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349240" y="914400"/>
            <a:ext cx="109728" cy="201168"/>
          </a:xfrm>
          <a:prstGeom prst="rect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B91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TRÌNH DUYỆT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49240" y="1170432"/>
            <a:ext cx="3520440" cy="246888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49240" y="1170432"/>
            <a:ext cx="3520440" cy="347472"/>
          </a:xfrm>
          <a:prstGeom prst="rect">
            <a:avLst/>
          </a:prstGeom>
          <a:solidFill>
            <a:srgbClr val="2E334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58968" y="1252728"/>
            <a:ext cx="128016" cy="128016"/>
          </a:xfrm>
          <a:prstGeom prst="ellipse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41848" y="1252728"/>
            <a:ext cx="128016" cy="128016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24728" y="1252728"/>
            <a:ext cx="128016" cy="128016"/>
          </a:xfrm>
          <a:prstGeom prst="ellipse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943600" y="1216152"/>
            <a:ext cx="1828800" cy="219456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61888" y="1216152"/>
            <a:ext cx="179222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B91A8"/>
                </a:solidFill>
              </a:rPr>
              <a:t>🔒 cps-ad-display.pages.dev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818120" y="1216152"/>
            <a:ext cx="228600" cy="219456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18120" y="1216152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⊕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36992" y="1508760"/>
            <a:ext cx="0" cy="32004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F6EF7"/>
                </a:solidFill>
              </a:rPr>
              <a:t>Nhấn vào đây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5623560" y="1901952"/>
            <a:ext cx="2651760" cy="1481328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623560" y="1901952"/>
            <a:ext cx="265176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Install app?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89320" y="2377440"/>
            <a:ext cx="411480" cy="411480"/>
          </a:xfrm>
          <a:prstGeom prst="rect">
            <a:avLst/>
          </a:prstGeom>
          <a:solidFill>
            <a:srgbClr val="4F6EF7">
              <a:alpha val="20000"/>
            </a:srgbClr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89320" y="23774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6EF7"/>
                </a:solidFill>
              </a:rPr>
              <a:t>AD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464808" y="23774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Ad Display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cps-ad-display.pages.dev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172200" y="2944368"/>
            <a:ext cx="1371600" cy="25603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72200" y="29443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Install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349240" y="3794760"/>
            <a:ext cx="3520440" cy="3200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EB489"/>
                </a:solidFill>
              </a:rPr>
              <a:t>💡  Lần đầu mở app: nhấn vào màn hình để vào Fullscreen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Cài kiosk — Android (Chrome)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PWA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2588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24358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Mở Chrome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5361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Phiên bản 80+ (hầu hết máy đều đủ)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920240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1480" y="2075688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075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199339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Vào URL của máy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28600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Ví dụ: cps-ad-display.pages.dev/vertical/?r=hn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70048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825496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27432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Nhấn menu ⋮ → "Add to Home screen" → Add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" y="30358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Banner cài đặt cũng có thể xuất hiện tự động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419856"/>
            <a:ext cx="4846320" cy="6675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11480" y="357530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3575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41248" y="349300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Mở app từ màn hình chính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" y="3785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91A8"/>
                </a:solidFill>
              </a:rPr>
              <a:t>Tự vào Fullscreen, không có thanh trình duyệt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251960"/>
            <a:ext cx="109728" cy="201168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4251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C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 KIOSK (Ngăn khách thoát app)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462272"/>
            <a:ext cx="4846320" cy="41148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480560"/>
            <a:ext cx="4663440" cy="3200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C070"/>
                </a:solidFill>
              </a:rPr>
              <a:t>Cài đặt → Trợ năng → Ghim màn hình → Mở app → Giữ nút Recent → Ghim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868680"/>
            <a:ext cx="3383280" cy="397764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309360" y="1005840"/>
            <a:ext cx="1691640" cy="3291840"/>
          </a:xfrm>
          <a:prstGeom prst="rect">
            <a:avLst/>
          </a:prstGeom>
          <a:solidFill>
            <a:srgbClr val="0F1117"/>
          </a:solidFill>
          <a:ln w="25400">
            <a:solidFill>
              <a:srgbClr val="2E3347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1188720"/>
            <a:ext cx="1600200" cy="237744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120700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1A8"/>
                </a:solidFill>
              </a:rPr>
              <a:t>⋮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373368" y="1197864"/>
            <a:ext cx="1371600" cy="1828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73368" y="1197864"/>
            <a:ext cx="1371600" cy="182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B91A8"/>
                </a:solidFill>
              </a:rPr>
              <a:t>cps-ad-display.pages.dev/vertical</a:t>
            </a:r>
            <a:endParaRPr lang="en-US" sz="550" dirty="0"/>
          </a:p>
        </p:txBody>
      </p:sp>
      <p:sp>
        <p:nvSpPr>
          <p:cNvPr id="37" name="Shape 35"/>
          <p:cNvSpPr/>
          <p:nvPr/>
        </p:nvSpPr>
        <p:spPr>
          <a:xfrm>
            <a:off x="6355080" y="1380744"/>
            <a:ext cx="1600200" cy="2011680"/>
          </a:xfrm>
          <a:prstGeom prst="rect">
            <a:avLst/>
          </a:prstGeom>
          <a:solidFill>
            <a:srgbClr val="111111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1380744"/>
            <a:ext cx="1600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4F6EF7"/>
                </a:solidFill>
              </a:rPr>
              <a:t>▶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7269480" y="1389888"/>
            <a:ext cx="123444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315200" y="1435608"/>
            <a:ext cx="1143000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</a:rPr>
              <a:t>Add to Home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8EAF0"/>
                </a:solidFill>
              </a:rPr>
              <a:t>screen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315200" y="1856232"/>
            <a:ext cx="109728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1901952"/>
            <a:ext cx="11430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...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936992" y="1600200"/>
            <a:ext cx="274320" cy="0"/>
          </a:xfrm>
          <a:prstGeom prst="line">
            <a:avLst/>
          </a:prstGeom>
          <a:noFill/>
          <a:ln w="25400">
            <a:solidFill>
              <a:srgbClr val="4F6EF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635240" y="15270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F6EF7"/>
                </a:solidFill>
              </a:rPr>
              <a:t>←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98080" y="2148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Nhấn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F6EF7"/>
                </a:solidFill>
              </a:rPr>
              <a:t>vào đây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Cài kiosk — iPad / iPhone (Safari)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8595360" cy="438912"/>
          </a:xfrm>
          <a:prstGeom prst="rect">
            <a:avLst/>
          </a:prstGeom>
          <a:solidFill>
            <a:srgbClr val="2A1515"/>
          </a:solidFill>
          <a:ln w="12700">
            <a:solidFill>
              <a:srgbClr val="E052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54864" cy="43891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50976"/>
            <a:ext cx="82296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BẮT BUỘC dùng Safari — Chrome và Firefox không hỗ trợ Add to Home Screen trên iOS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4320" y="146304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CÀI ĐẶT PWA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737360"/>
            <a:ext cx="484632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02336" y="1828800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828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17739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Mở Safari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22960" y="2029968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Không dùng Chrome, Firefox hay trình duyệt khác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340864"/>
            <a:ext cx="484632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02336" y="243230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4323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2377440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Vào URL phù hợp với hướng màn hình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633472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Ngang: …pages.dev/?r=hcm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Dọc: …pages.dev/vertical/?r=hcm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944368"/>
            <a:ext cx="484632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02336" y="3035808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3035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980944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Nhấn nút Share (□↑) dưới thanh địa chỉ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2960" y="3236976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Biểu tượng hình vuông có mũi tên lên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547872"/>
            <a:ext cx="484632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02336" y="3639312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6393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22960" y="358444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Chọn "Add to Home Screen" → đặt tên → Add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22960" y="3840480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App xuất hiện trên màn hình chính như app thật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4846320" cy="53035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02336" y="4242816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" y="4187952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Mở app từ màn hình chính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4443984"/>
            <a:ext cx="4160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Standalone mode, tự vào fullscreen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349240" y="1463040"/>
            <a:ext cx="109728" cy="201168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13832" y="14630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C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KHOÁ KIOSK — GUIDED ACCESS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49240" y="1719072"/>
            <a:ext cx="3520440" cy="402336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68112" y="1746504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68112" y="17465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897880" y="178308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Cài đặt → Trợ năng → Guided Access → Bật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349240" y="2194560"/>
            <a:ext cx="3520440" cy="402336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468112" y="2221992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468112" y="2221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897880" y="22585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Cài mật khẩu Guided Access (nếu cần)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49240" y="2670048"/>
            <a:ext cx="3520440" cy="402336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68112" y="2697480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68112" y="2697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897880" y="2734056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Mở app Ad Display từ màn hình chính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349240" y="3145536"/>
            <a:ext cx="3520440" cy="402336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468112" y="3172968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68112" y="31729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897880" y="3209544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Nhấn 3 lần nút Side (hoặc Home)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349240" y="3621024"/>
            <a:ext cx="3520440" cy="402336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468112" y="3648456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468112" y="3648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897880" y="368503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Nhấn Start → màn hình bị khoá trong app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49240" y="4096512"/>
            <a:ext cx="3520440" cy="402336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5468112" y="4123944"/>
            <a:ext cx="347472" cy="347472"/>
          </a:xfrm>
          <a:prstGeom prst="ellipse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468112" y="41239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5897880" y="416052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AF0"/>
                </a:solidFill>
              </a:rPr>
              <a:t>Thoát: nhấn 3 lần nút Side → nhập mật khẩu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349240" y="4617720"/>
            <a:ext cx="3520440" cy="320040"/>
          </a:xfrm>
          <a:prstGeom prst="rect">
            <a:avLst/>
          </a:prstGeom>
          <a:solidFill>
            <a:srgbClr val="1A1A0A"/>
          </a:solidFill>
          <a:ln w="12700">
            <a:solidFill>
              <a:srgbClr val="F0C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5440680" y="4636008"/>
            <a:ext cx="333756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C070"/>
                </a:solidFill>
              </a:rPr>
              <a:t>💡  Guided Access ngăn khách thoát app hoặc mở ứng dụng khác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Cài kiosk — MacBook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4F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 HOẶC EDGE (Khuyến nghị)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114800" cy="26974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33502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350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1248" y="13167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Mở Chrome hoặc Edge, vào URL máy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197510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19568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Nhấn icon ⊕ cuối thanh địa chỉ → Install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41248" y="22128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Hoặc Menu ⋮ → "Install this site as an app"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61518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2596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App cài như ứng dụng macOS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41248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Không có thanh trình duyệt, chạy như app riêng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255264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552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323697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Tự khởi động cùng máy: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1248" y="3493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System Settings → General → Login Items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→ nhấn + → thêm app vừa cài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914400"/>
            <a:ext cx="109728" cy="201168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1947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06E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SAFARI (macOS Sonoma+)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170432"/>
            <a:ext cx="4114800" cy="132588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82896" y="1316736"/>
            <a:ext cx="347472" cy="347472"/>
          </a:xfrm>
          <a:prstGeom prst="ellipse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82896" y="13167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129844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Mở Safari, vào URL máy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82896" y="1728216"/>
            <a:ext cx="347472" cy="347472"/>
          </a:xfrm>
          <a:prstGeom prst="ellipse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82896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303520" y="170992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File menu → Add to Dock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303520" y="192938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macOS Sonoma 14+ trở lên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82896" y="2139696"/>
            <a:ext cx="347472" cy="347472"/>
          </a:xfrm>
          <a:prstGeom prst="ellipse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82896" y="2139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303520" y="2121408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Mở từ Dock → standalone mode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303520" y="234086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Hoạt động tương tự PWA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54880" y="2606040"/>
            <a:ext cx="4114800" cy="1261872"/>
          </a:xfrm>
          <a:prstGeom prst="rect">
            <a:avLst/>
          </a:prstGeom>
          <a:solidFill>
            <a:srgbClr val="22263A"/>
          </a:solidFill>
          <a:ln w="12700">
            <a:solidFill>
              <a:srgbClr val="4F6E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937760" y="26791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1A8"/>
                </a:solidFill>
              </a:rPr>
              <a:t>URL theo hướng màn hình: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92040" y="2999232"/>
            <a:ext cx="91440" cy="548640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7492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</a:rPr>
              <a:t>Màn hình NGANG (16:9)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074920" y="3246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15200" y="2999232"/>
            <a:ext cx="91440" cy="548640"/>
          </a:xfrm>
          <a:prstGeom prst="rect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29992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EAF0"/>
                </a:solidFill>
              </a:rPr>
              <a:t>Màn hình DỌC (9:16)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498080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cps-ad-display.pages.dev/vertical/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74320" y="3931920"/>
            <a:ext cx="4114800" cy="86868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" y="4005072"/>
            <a:ext cx="2743200" cy="548640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00507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F6EF7"/>
                </a:solidFill>
              </a:rPr>
              <a:t>▶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11480" y="4553712"/>
            <a:ext cx="2926080" cy="73152"/>
          </a:xfrm>
          <a:prstGeom prst="rect">
            <a:avLst/>
          </a:prstGeom>
          <a:solidFill>
            <a:srgbClr val="2E334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11480" y="4626864"/>
            <a:ext cx="2926080" cy="73152"/>
          </a:xfrm>
          <a:prstGeom prst="rect">
            <a:avLst/>
          </a:prstGeom>
          <a:solidFill>
            <a:srgbClr val="22263A"/>
          </a:solidFill>
          <a:ln w="12700">
            <a:solidFill>
              <a:srgbClr val="2226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4160520"/>
            <a:ext cx="7772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B91A8"/>
                </a:solidFill>
              </a:rPr>
              <a:t>App chạy độc lập — không có thanh trình duyệt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Vận hành thường ngày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4864" cy="512064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014984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Admin vừa cập nhật playlist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60520" y="1097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80560" y="960120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7720" y="1014984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</a:rPr>
              <a:t>Không cần làm gì — máy tự nhận sau ~5 phút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1536192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536192"/>
            <a:ext cx="54864" cy="512064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91056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Cần cập nhật ngay lập tức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60520" y="1673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80560" y="1536192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591056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F6EF7"/>
                </a:solidFill>
              </a:rPr>
              <a:t>Nhấn màn hình → Thoát fullscreen → Refresh (F5)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112264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112264"/>
            <a:ext cx="54864" cy="512064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167128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Màn hình đen / bị treo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60520" y="22494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0560" y="2112264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17720" y="2167128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70"/>
                </a:solidFill>
              </a:rPr>
              <a:t>Tắt app, mở lại → Hoặc restart thiết bị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688336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2688336"/>
            <a:ext cx="54864" cy="512064"/>
          </a:xfrm>
          <a:prstGeom prst="rect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2743200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Video bị lỗi / xoá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60520" y="28254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0560" y="2688336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2743200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A8"/>
                </a:solidFill>
              </a:rPr>
              <a:t>Tự skip sau 2 giây → Báo admin xoá khỏi playlist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264408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264408"/>
            <a:ext cx="54864" cy="512064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319272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Máy mất mạng tạm thời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3401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80560" y="3264408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17720" y="3319272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</a:rPr>
              <a:t>Tiếp tục chạy playlist đã cache — tự cập nhật khi có mạng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3840480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3840480"/>
            <a:ext cx="54864" cy="512064"/>
          </a:xfrm>
          <a:prstGeom prst="rect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3895344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Muốn tắt tiếng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160520" y="3977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480560" y="3840480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617720" y="3895344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1A8"/>
                </a:solidFill>
              </a:rPr>
              <a:t>Nhấn icon loa 🔊 góc dưới trái màn hình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416552"/>
            <a:ext cx="384048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4416552"/>
            <a:ext cx="54864" cy="512064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" y="4471416"/>
            <a:ext cx="361188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AF0"/>
                </a:solidFill>
              </a:rPr>
              <a:t>Video không đồng bộ giữa các máy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160520" y="4553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1A8"/>
                </a:solidFill>
              </a:rPr>
              <a:t>→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80560" y="4416552"/>
            <a:ext cx="4389120" cy="512064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617720" y="4471416"/>
            <a:ext cx="4114800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C070"/>
                </a:solidFill>
              </a:rPr>
              <a:t>Kiểm tra đồng hồ hệ thống — phải đúng múi giờ UTC+7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48463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Ghi nhớ: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" y="4846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Playlist đồng bộ theo giờ hệ thống — tất cả máy cùng khu vực phát cùng video tại cùng thời điểm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Lỗi thường gặp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01168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144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YOUTUBE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8595360" cy="438912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16152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1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Mã lỗi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216152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nhân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794760" y="1216152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9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Cách xử lý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645920"/>
            <a:ext cx="859536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691640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234440" y="1691640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ID không hợp lệ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94760" y="1691640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lại ID trong admin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121408"/>
            <a:ext cx="859536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167128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234440" y="2167128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private / bị xoá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794760" y="2167128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Xoá khỏi playlist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2596896"/>
            <a:ext cx="8595360" cy="438912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642616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 / 150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234440" y="2642616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video tắt embedding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794760" y="2642616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Google Drive thay thế 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3072384"/>
            <a:ext cx="8595360" cy="438912"/>
          </a:xfrm>
          <a:prstGeom prst="rect">
            <a:avLst/>
          </a:prstGeom>
          <a:solidFill>
            <a:srgbClr val="0F1117"/>
          </a:solidFill>
          <a:ln w="12700">
            <a:solidFill>
              <a:srgbClr val="2E33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118104"/>
            <a:ext cx="8229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234440" y="3118104"/>
            <a:ext cx="246888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Lỗi HTML5 player tạm thời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794760" y="3118104"/>
            <a:ext cx="5029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B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skip, thường tự hết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74320" y="3657600"/>
            <a:ext cx="109728" cy="201168"/>
          </a:xfrm>
          <a:prstGeom prst="rect">
            <a:avLst/>
          </a:prstGeom>
          <a:solidFill>
            <a:srgbClr val="F0C070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576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0C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LỖI KHÁC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886200"/>
            <a:ext cx="27432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3886200"/>
            <a:ext cx="54864" cy="822960"/>
          </a:xfrm>
          <a:prstGeom prst="rect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023360"/>
            <a:ext cx="320040" cy="320040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Google Drive không phát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68680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Kiểm tra quyền chia sẻ: phải đặt "Bất kỳ ai có đường link"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18688" y="3886200"/>
            <a:ext cx="27432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18688" y="3886200"/>
            <a:ext cx="54864" cy="822960"/>
          </a:xfrm>
          <a:prstGeom prst="rect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401568" y="4023360"/>
            <a:ext cx="320040" cy="320040"/>
          </a:xfrm>
          <a:prstGeom prst="ellipse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0156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🖼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813048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Hình ảnh không hiện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813048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Kiểm tra URL/File ID, quyền Drive — thêm ?export=view nếu cần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3056" y="3886200"/>
            <a:ext cx="2743200" cy="82296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163056" y="3886200"/>
            <a:ext cx="54864" cy="822960"/>
          </a:xfrm>
          <a:prstGeom prst="rect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45936" y="4023360"/>
            <a:ext cx="320040" cy="320040"/>
          </a:xfrm>
          <a:prstGeom prst="ellipse">
            <a:avLst/>
          </a:prstGeom>
          <a:solidFill>
            <a:srgbClr val="8B91A8"/>
          </a:solidFill>
          <a:ln w="12700">
            <a:solidFill>
              <a:srgbClr val="8B91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⬛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757416" y="39319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Màn hình đen sau khi cài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757416" y="41879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1A8"/>
                </a:solidFill>
              </a:rPr>
              <a:t>Nhấn vào màn hình để vào Fullscreen — hoặc reload trang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Links quan trọng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777240"/>
            <a:ext cx="8321040" cy="0"/>
          </a:xfrm>
          <a:prstGeom prst="line">
            <a:avLst/>
          </a:prstGeom>
          <a:noFill/>
          <a:ln w="12700">
            <a:solidFill>
              <a:srgbClr val="2E33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170432"/>
            <a:ext cx="347472" cy="347472"/>
          </a:xfrm>
          <a:prstGeom prst="ellipse">
            <a:avLst/>
          </a:prstGeom>
          <a:solidFill>
            <a:srgbClr val="4F6EF7"/>
          </a:solidFill>
          <a:ln w="12700">
            <a:solidFill>
              <a:srgbClr val="4F6E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▬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50392" y="10789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1A8"/>
                </a:solidFill>
              </a:rPr>
              <a:t>Màn hình NGANG (16:9)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0392" y="1353312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https://cps-ad-display.pages.dev/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10512"/>
            <a:ext cx="859536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975104"/>
            <a:ext cx="347472" cy="347472"/>
          </a:xfrm>
          <a:prstGeom prst="ellipse">
            <a:avLst/>
          </a:prstGeom>
          <a:solidFill>
            <a:srgbClr val="B06EF7"/>
          </a:solidFill>
          <a:ln w="12700">
            <a:solidFill>
              <a:srgbClr val="B06E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▮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50392" y="1883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1A8"/>
                </a:solidFill>
              </a:rPr>
              <a:t>Màn hình DỌC (9:16)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0392" y="2157984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6E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https://cps-ad-display.pages.dev/vertical/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615184"/>
            <a:ext cx="859536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2779776"/>
            <a:ext cx="347472" cy="347472"/>
          </a:xfrm>
          <a:prstGeom prst="ellipse">
            <a:avLst/>
          </a:prstGeom>
          <a:solidFill>
            <a:srgbClr val="3EB489"/>
          </a:solidFill>
          <a:ln w="12700">
            <a:solidFill>
              <a:srgbClr val="3EB4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⚙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0392" y="26883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1A8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" y="2962656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B4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https://cps-ad-display.pages.dev/admin.html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419856"/>
            <a:ext cx="859536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11480" y="3584448"/>
            <a:ext cx="347472" cy="347472"/>
          </a:xfrm>
          <a:prstGeom prst="ellipse">
            <a:avLst/>
          </a:prstGeom>
          <a:solidFill>
            <a:srgbClr val="4299E1"/>
          </a:solidFill>
          <a:ln w="12700">
            <a:solidFill>
              <a:srgbClr val="4299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84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⌥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" y="34930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91A8"/>
                </a:solidFill>
              </a:rPr>
              <a:t>GitHub 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0392" y="3767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299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https://github.com/CPS-VHWS/cps-ad-display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297680"/>
            <a:ext cx="411480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F0C07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370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1A8"/>
                </a:solidFill>
              </a:rPr>
              <a:t>Admin PIN: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54480" y="43616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C0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0526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2514600" y="4398264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1A8"/>
                </a:solidFill>
              </a:rPr>
              <a:t>(Đổi trong file admin.html — dòng ADMIN_PIN)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4297680"/>
            <a:ext cx="4114800" cy="502920"/>
          </a:xfrm>
          <a:prstGeom prst="rect">
            <a:avLst/>
          </a:prstGeom>
          <a:solidFill>
            <a:srgbClr val="22263A"/>
          </a:solidFill>
          <a:ln w="12700">
            <a:solidFill>
              <a:srgbClr val="2E334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37760" y="43708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1A8"/>
                </a:solidFill>
              </a:rPr>
              <a:t>v2  ·  2026  ·  CPS Ad Display 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CPS Ad Display — Hướng dẫn cài đặt &amp; vận hành</dc:title>
  <dc:subject>PptxGenJS Presentation</dc:subject>
  <dc:creator>PptxGenJS</dc:creator>
  <cp:lastModifiedBy>PptxGenJS</cp:lastModifiedBy>
  <cp:revision>1</cp:revision>
  <dcterms:created xsi:type="dcterms:W3CDTF">2026-04-18T02:57:26Z</dcterms:created>
  <dcterms:modified xsi:type="dcterms:W3CDTF">2026-04-18T02:57:26Z</dcterms:modified>
</cp:coreProperties>
</file>